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6858000" cy="8503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640080" cy="64008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4747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SmartSure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Insurance Management — Reimagined for the Digital 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057400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Angular 17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38528" y="2057400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ASP.NET Core 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93008" y="2057400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SQL Server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7488" y="2057400"/>
            <a:ext cx="1417320" cy="320040"/>
          </a:xfrm>
          <a:prstGeom prst="roundRect">
            <a:avLst>
              <a:gd name="adj" fmla="val 34286"/>
            </a:avLst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Entity Framework 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43159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Portfolio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Interview Presentation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SmartSure exists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64008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&amp; Paper-Heavy Processes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teams rely on spreadsheets and manual entry — error-prone, slow, and unscalable.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188720"/>
            <a:ext cx="64008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Centralised Policy 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65192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lack a single portal to view, manage, or track all their policies and claims.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017520"/>
            <a:ext cx="64008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Claim Transparency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statuses are opaque — customers call in repeatedly with no self-service alternative.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2312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3017520"/>
            <a:ext cx="64008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Integration Gaps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65192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cannot talk to modern digital channels, causing data silos and delays.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SmartSure is built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710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insurance management platform end-to-end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01368"/>
            <a:ext cx="8503920" cy="512064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836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8928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customers to manage policies &amp; track claim statuses in real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963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5054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RESTful API that any frontend or third-party system can consume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026664"/>
            <a:ext cx="8503920" cy="512064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08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1181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secure, role-based access with proper auth &amp;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" y="3639312"/>
            <a:ext cx="8503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721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fast, responsive SPA with Angular for great UX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4251960"/>
            <a:ext cx="8503920" cy="512064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3342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3434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clean architecture: separation of concerns, DI, DTOs, EF Core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 — clean separation of concerns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01168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SPA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• Services • RxJS • Routing • HttpClient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221992"/>
            <a:ext cx="54864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84124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77440"/>
            <a:ext cx="2011680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Web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14600" y="2697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• Services • DTOs • Middleware • JWT Auth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456432"/>
            <a:ext cx="54864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8412480" cy="1078992"/>
          </a:xfrm>
          <a:prstGeom prst="rect">
            <a:avLst/>
          </a:prstGeom>
          <a:solidFill>
            <a:srgbClr val="0D2137"/>
          </a:solidFill>
          <a:ln w="25400">
            <a:solidFill>
              <a:srgbClr val="E843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11880"/>
            <a:ext cx="2011680" cy="10789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85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• Migrations • LINQ Queries • Repository Pattern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architecture? Scalability • Testability • Clear boundaries • Industry standard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chosen — and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64008" cy="68580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37360" y="1179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188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• Two-way data binding • Built-in routing &amp; DI • Strong typing with TypeScript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86537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865376"/>
            <a:ext cx="64008" cy="685800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48256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482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BACKEND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37360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19568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• High performance • Built-in middleware pipeline • Industry standard for enterprise APIs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63347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633472"/>
            <a:ext cx="64008" cy="685800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16352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163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DATABASE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37360" y="2715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• Powerful querying with T-SQL • Tight EF Core integration • Production-grade reliability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40156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401568"/>
            <a:ext cx="64008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84448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37360" y="3483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493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eliminates raw SQL boilerplate • Code-first migrations • LINQ queries • Easy relationships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416966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4169664"/>
            <a:ext cx="64008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52544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3525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4261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• Scalable • Industry-standard token-based auth • Easy role-based claims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single user action all the way through the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1078992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26464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 in Angular (e.g. Submit Claim)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097280"/>
            <a:ext cx="1078992" cy="84124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Service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33472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9344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calls POST /api/claims with ClaimDto payload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1488" y="1097280"/>
            <a:ext cx="1078992" cy="8412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61488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Controller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ClaimsController receives request, validates model state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68496" y="1097280"/>
            <a:ext cx="1078992" cy="84124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68496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47488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68496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IClaimService processes business logic, maps DTO → Entity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75504" y="1097280"/>
            <a:ext cx="1078992" cy="84124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75504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DB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54496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5504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saves entity to SQL Server table via migration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82512" y="1097280"/>
            <a:ext cx="1078992" cy="841248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82512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61504" y="1444752"/>
            <a:ext cx="128016" cy="14630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returned with response DTO to Angular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1097280"/>
            <a:ext cx="1078992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11338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89520" y="1600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589520" y="2103120"/>
            <a:ext cx="107899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44384" y="2148840"/>
            <a:ext cx="969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updates component state — user sees confirmation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520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→ HTTP → Controller → Service → Repository → DB → Response → UI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 — structured &amp; purposeful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50392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7764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0876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/api/policies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policies for logged-in user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+ PolicyDto[]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1920240"/>
            <a:ext cx="8503920" cy="457200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116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11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" y="2011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/api/policies/{id}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2011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single policy by 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0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+ PolicyDto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42316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1460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/api/policies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0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insurance policy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 + PolicyDto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2926080"/>
            <a:ext cx="8503920" cy="457200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01752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/api/policies/{id}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3192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policy details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342900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5204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20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43000" y="3520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/api/claims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93192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new claim against a policy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 + ClaimDto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3931920"/>
            <a:ext cx="8503920" cy="457200"/>
          </a:xfrm>
          <a:prstGeom prst="rect">
            <a:avLst/>
          </a:prstGeom>
          <a:solidFill>
            <a:srgbClr val="EBF4FC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402336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43000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/api/claims/{id}/status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3192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claim processing status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4088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+ ClaimStatusDto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" y="4434840"/>
            <a:ext cx="8503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5262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526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931920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user, return JWT token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40880" y="4526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+ { token 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 — what makes this production-quality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Dependency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6184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registered in Program.cs. Controllers receive IClaimService via constructor — decoupled &amp; testable.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55264" y="114300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14300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9856" y="16184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Objects separate API contracts from EF entities. Prevents over-posting and controls what data is exposed.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288036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288036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Async / Await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33558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 operations are async (async Task&lt;IActionResult&gt;) — non-blocking threads, better throughput.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88036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88036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EF 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33558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migrations, DbSet&lt;T&gt;, LINQ queries. Database schema evolves with codebase through version-controlled migrations.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55264" y="46177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461772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Middleware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9856" y="50932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error-handling middleware catches exceptions globally and returns consistent ProblemDetails JSON.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46177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4617720"/>
            <a:ext cx="64008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Routing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50932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routing ([Route("api/[controller]")]) maps HTTP verbs to actions cleanly and predictably.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— component-driven, reactive, and clean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2743200" cy="365760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52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Components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36776"/>
            <a:ext cx="27432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PolicyListComponent — displays all policies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ClaimFormComponent — reactive form for submissions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DashboardComponent — overview stats and navigation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AuthComponent — login / register 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743200" cy="365760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252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636776"/>
            <a:ext cx="27432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PolicyService — wraps all /api/policies calls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ClaimService — wraps all /api/claims calls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— handles login, token storage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HttpInterceptor — auto-attaches JWT to every 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143000"/>
            <a:ext cx="2743200" cy="365760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252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Routing &amp; Binding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636776"/>
            <a:ext cx="27432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RouterModule with lazy-loaded feature modules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(CanActivate) protect authenticated routes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[(ngModel)] and ReactiveFormsModule for forms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AsyncPipe + Observables for real-time UI updates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SmartSure protects data and handles errors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64008" cy="3749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07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JWT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2377440" cy="2743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API returns signed JWT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Angular (memory / localStorage)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HttpInterceptor injects Bearer token on every request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signature + expiry on each 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64008" cy="3749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207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Input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56432" y="1609344"/>
            <a:ext cx="2377440" cy="2743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[Required], [MaxLength], [EmailAddress] data annotations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ModelState.IsValid checked in every controller action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Reactive Forms — client-side validation pre-submit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400 Bad Request with field-level error messages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1097280"/>
            <a:ext cx="277977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097280"/>
            <a:ext cx="64008" cy="3749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207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Error Handling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609344"/>
            <a:ext cx="2377440" cy="2743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3736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middleware — no unhandled 500s leak details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ProblemDetails RFC 7807 response format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HTTP error interceptor catches &amp; displays errors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for server-side diagnostics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SmartSure delivers to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and categorise insurance policies (Health, Auto, Life, Property)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0972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097280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Claim Submission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46904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claims against policies with supporting details; real-time status tracking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4505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450592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&amp;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stats: active policies, pending claims, renewal dates at a glance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24505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450592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Login / Register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46904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role-based access (Admin vs Customer roles)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80390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803904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895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&amp;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4279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policies by type, status, date range — Angular-powered reactive UI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82312" y="380390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3803904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3895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46904" y="4279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Angular SPA with Bootstrap / Angular Material components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I solved — and what I learned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804672"/>
          </a:xfrm>
          <a:prstGeom prst="rect">
            <a:avLst/>
          </a:prstGeom>
          <a:solidFill>
            <a:srgbClr val="3D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0700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CORS Errors on API calls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35808" y="1417320"/>
            <a:ext cx="320040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097280"/>
            <a:ext cx="3931920" cy="804672"/>
          </a:xfrm>
          <a:prstGeom prst="rect">
            <a:avLst/>
          </a:prstGeom>
          <a:solidFill>
            <a:srgbClr val="0A1F2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070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Configured AddCors() in Program.cs with allowed origins; learned browser security model deeply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06640" y="1344168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1A35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344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Browser security model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2651760" cy="804672"/>
          </a:xfrm>
          <a:prstGeom prst="rect">
            <a:avLst/>
          </a:prstGeom>
          <a:solidFill>
            <a:srgbClr val="3D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671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EF Core N+1 Query Problem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35808" y="2377440"/>
            <a:ext cx="320040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057400"/>
            <a:ext cx="3931920" cy="804672"/>
          </a:xfrm>
          <a:prstGeom prst="rect">
            <a:avLst/>
          </a:prstGeom>
          <a:solidFill>
            <a:srgbClr val="0A1F2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216712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Used .Include() for eager loading related entities; analysed SQL via EF Core logging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304288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1A35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304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ORM query optimization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651760" cy="804672"/>
          </a:xfrm>
          <a:prstGeom prst="rect">
            <a:avLst/>
          </a:prstGeom>
          <a:solidFill>
            <a:srgbClr val="3D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12724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JWT Token Expiry Handling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35808" y="3337560"/>
            <a:ext cx="320040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017520"/>
            <a:ext cx="3931920" cy="804672"/>
          </a:xfrm>
          <a:prstGeom prst="rect">
            <a:avLst/>
          </a:prstGeom>
          <a:solidFill>
            <a:srgbClr val="0A1F2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1272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Implemented HttpInterceptor to detect 401 and redirect to login; added token refresh 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3264408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1A35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264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Stateless auth lifecycle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2651760" cy="804672"/>
          </a:xfrm>
          <a:prstGeom prst="rect">
            <a:avLst/>
          </a:prstGeom>
          <a:solidFill>
            <a:srgbClr val="3D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8736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Angular State Sync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35808" y="4297680"/>
            <a:ext cx="320040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3977640"/>
            <a:ext cx="3931920" cy="804672"/>
          </a:xfrm>
          <a:prstGeom prst="rect">
            <a:avLst/>
          </a:prstGeom>
          <a:solidFill>
            <a:srgbClr val="0A1F2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08736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Used BehaviorSubject in AuthService; all components subscribe to single source of truth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4224528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1A35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224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Reactive patterns / RxJS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&amp; Scalability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SmartSure goes from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64008" cy="17190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 API + Angular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local dev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Azure Container Apps or Kubernetes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0972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097280"/>
            <a:ext cx="64008" cy="17190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46904" y="15727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Redis caching for policy lookups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API response pagination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indexing on frequently queried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97180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971800"/>
            <a:ext cx="64008" cy="17190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3447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with xUnit + Moq for service layer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with WebApplicationFactory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 tests with Jasmine/Karma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297180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971800"/>
            <a:ext cx="64008" cy="17190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Real-Time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46904" y="3447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for live claim status updates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when claim is approved/rejected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— what to show, what to say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481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Show auth form → submit → JWT returned → stored → redirect to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1887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120700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"This uses JWT — stateless auth, industry standard"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865376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21396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Policy count cards, pending claims badge, recent activity list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184708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86537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"Angular services fetch this data on init via HttpClient"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523744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2487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Policy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Fill policy form → POST /api/policies → 201 response → list updates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250545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52374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"Notice how the UI instantly reflects the new policy — reactive state"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182112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31455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Claim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6112" y="3456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Select policy → fill claim form → POST /api/claims → status = Pending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3163824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18211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"Claim is validated server-side, stored in DB, returned as DTO"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840480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38039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Claim Status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6112" y="4114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GET /api/claims/{id}/status → show status badge change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3822192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84048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"In production, this would be real-time via SignalR"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4498848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98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" y="4462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 Swagger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96112" y="47731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Open Swagger UI → show endpoints, test one live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44805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A1F2E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449884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"This demonstrates clean RESTful design and proper response codes"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SmartSure — a production-grade full-stack application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RESTful API with ASP.NET Core 8 — clean architecture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Angular 17 SPA with routing, guards &amp; reactive forms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 Server + EF Core — code-first, migrated, production-ready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 authentication with role-based access control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Global error handling, DTOs, Dependency Injection throughout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Scalable, testable design ready for next-level features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 rot="16200000">
            <a:off x="676656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questions — and your sharp answers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95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ASP.NET Core over Node.js?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Strongly typed, better for enterprise, built-in DI, excellent EF Core integration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11556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11556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95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JWT work?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Header.Payload.Signature — server signs with secret, client sends back; stateless, scalable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44144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44144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054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Dependency Injection?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Dependencies injected at runtime via constructor — loose coupling, easy to mock in tests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244144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44144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5054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What's the role of DTOs?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9443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Separate internal entities from API contracts — prevents over-posting, controls exposed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76732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76732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313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would you scale this?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7024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Add Redis cache, Docker containers, horizontal scaling, message queues for async 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82312" y="376732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3767328"/>
            <a:ext cx="42062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313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handle errors globally?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427024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Middleware catches all unhandled exceptions, returns consistent ProblemDetails JSON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SmartSure – Full Stack Project Presentation</dc:title>
  <dc:subject>PptxGenJS Presentation</dc:subject>
  <dc:creator>PptxGenJS</dc:creator>
  <cp:lastModifiedBy>PptxGenJS</cp:lastModifiedBy>
  <cp:revision>1</cp:revision>
  <dcterms:created xsi:type="dcterms:W3CDTF">2026-05-03T07:25:26Z</dcterms:created>
  <dcterms:modified xsi:type="dcterms:W3CDTF">2026-05-03T07:25:26Z</dcterms:modified>
</cp:coreProperties>
</file>